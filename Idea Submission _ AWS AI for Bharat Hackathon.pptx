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Manrope SemiBold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anropeSemiBold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ManropeSemi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scfghgboard – 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499735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83675" y="311987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-GB" sz="1600" u="sng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</a:t>
            </a:r>
            <a:r>
              <a:rPr i="0" lang="en-GB" sz="1600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 : </a:t>
            </a:r>
            <a:r>
              <a:rPr lang="en-GB" sz="16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AI Smart Drone</a:t>
            </a:r>
            <a:endParaRPr sz="16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83675" y="3800188"/>
            <a:ext cx="8520600" cy="9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sng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</a:t>
            </a:r>
            <a:r>
              <a:rPr b="0" i="0" lang="en-GB" sz="1600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 : Manual drone filming is complex, expensive, and inefficient. Tracking a single subject in crowded or dynamic environments is difficult, leading to multiple retakes, high production costs, and privacy concerns due to unintended recording of bystanders.</a:t>
            </a:r>
            <a:endParaRPr b="0" i="0" sz="1600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83663" y="348558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sng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</a:t>
            </a:r>
            <a:r>
              <a:rPr b="0" i="0" lang="en-GB" sz="1600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 : MAKESH K</a:t>
            </a:r>
            <a:endParaRPr b="0" i="0" sz="1600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-41750"/>
            <a:ext cx="914401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 title="Intelligent-Filming-Simplified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45450"/>
            <a:ext cx="9144003" cy="4599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 title="What-Makes-Us-Different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80250"/>
            <a:ext cx="9144003" cy="456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6" title="Solving-Real-Production-Challenges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08075"/>
            <a:ext cx="9144003" cy="4551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 title="Comprehensive-Feature-Set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94175"/>
            <a:ext cx="9173376" cy="45657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8" title="How-It-Works-From-Upload-to-Action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25" y="494175"/>
            <a:ext cx="9144023" cy="464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9" title="System-Architecture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15050"/>
            <a:ext cx="9144003" cy="4565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20" title="Advanced-Technology-Stack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25" y="494175"/>
            <a:ext cx="9144023" cy="459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1" title="Cost-Effective-Implementation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08075"/>
            <a:ext cx="9144003" cy="4558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2" title="Empowering-Indias-Creative-Future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94175"/>
            <a:ext cx="9144003" cy="4607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 title="AI for Bharddat BANNER – 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